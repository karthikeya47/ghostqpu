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619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2397061" y="2730987"/>
            <a:ext cx="5634028" cy="6185198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5554011" y="1808824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491128" y="4301489"/>
            <a:ext cx="3086100" cy="613411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1128" y="5253037"/>
            <a:ext cx="4142956" cy="613411"/>
            <a:chOff x="0" y="0"/>
            <a:chExt cx="1091149" cy="1615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49" cy="161557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1128" y="6152199"/>
            <a:ext cx="2306166" cy="613411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1128" y="7046598"/>
            <a:ext cx="5382396" cy="641986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518" y="4263389"/>
            <a:ext cx="2571155" cy="58039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468" y="5200650"/>
            <a:ext cx="3711416" cy="6229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877" y="6085524"/>
            <a:ext cx="1347142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6518" y="7008498"/>
            <a:ext cx="5016937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6723" y="4303632"/>
            <a:ext cx="153439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 b="1" dirty="0" err="1">
                <a:solidFill>
                  <a:srgbClr val="000000"/>
                </a:solidFill>
                <a:latin typeface="IBM Plex Sans"/>
              </a:rPr>
              <a:t>lwyrup</a:t>
            </a:r>
            <a:endParaRPr sz="3200" b="1" dirty="0">
              <a:solidFill>
                <a:srgbClr val="000000"/>
              </a:solidFill>
              <a:latin typeface="IBM Plex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6553" y="5323762"/>
            <a:ext cx="34387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97294"/>
            <a:ext cx="568136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7940" y="7088664"/>
            <a:ext cx="653897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211399" y="1893761"/>
            <a:ext cx="3009085" cy="641986"/>
            <a:chOff x="0" y="0"/>
            <a:chExt cx="79251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92516" cy="169083"/>
            </a:xfrm>
            <a:custGeom>
              <a:avLst/>
              <a:gdLst/>
              <a:ahLst/>
              <a:cxnLst/>
              <a:rect l="l" t="t" r="r" b="b"/>
              <a:pathLst>
                <a:path w="792516" h="169083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969539" y="1887412"/>
            <a:ext cx="1492806" cy="53086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127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93915" y="1893761"/>
            <a:ext cx="3272797" cy="641986"/>
            <a:chOff x="0" y="0"/>
            <a:chExt cx="86197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1971" cy="169083"/>
            </a:xfrm>
            <a:custGeom>
              <a:avLst/>
              <a:gdLst/>
              <a:ahLst/>
              <a:cxnLst/>
              <a:rect l="l" t="t" r="r" b="b"/>
              <a:pathLst>
                <a:path w="861971" h="169083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44244"/>
            <a:ext cx="2266474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1046" y="1893761"/>
            <a:ext cx="4012244" cy="641986"/>
            <a:chOff x="0" y="0"/>
            <a:chExt cx="1056723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6723" cy="169083"/>
            </a:xfrm>
            <a:custGeom>
              <a:avLst/>
              <a:gdLst/>
              <a:ahLst/>
              <a:cxnLst/>
              <a:rect l="l" t="t" r="r" b="b"/>
              <a:pathLst>
                <a:path w="1056723" h="16908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26063" y="1937259"/>
            <a:ext cx="3027283" cy="49784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19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3200" b="1" dirty="0" err="1">
                <a:latin typeface="IBM Plex Sans"/>
              </a:rPr>
              <a:t>GhostQPU</a:t>
            </a:r>
            <a:r>
              <a:rPr sz="3200" b="1" dirty="0">
                <a:latin typeface="IBM Plex Sans"/>
              </a:rPr>
              <a:t>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30 small test circuits ride inside each 34-circuit job, compiled and shuffled so the provider can't tell which are tests.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turns canary results into a verdict (Genuine, Forged or Inconclusive). One command: python -m ghostqpu verify &lt;job&gt;.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Forger using the exact calibration live when each job ran, plus a stronger Forger that learns hardware effects.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Disguised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random circuit followed by its reverse looks like customer work, yet still exposes the Forger.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06921" y="1893761"/>
            <a:ext cx="3533419" cy="641986"/>
            <a:chOff x="0" y="0"/>
            <a:chExt cx="930612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30612" cy="169083"/>
            </a:xfrm>
            <a:custGeom>
              <a:avLst/>
              <a:gdLst/>
              <a:ahLst/>
              <a:cxnLst/>
              <a:rect l="l" t="t" r="r" b="b"/>
              <a:pathLst>
                <a:path w="930612" h="169083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63294"/>
            <a:ext cx="2342555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91% error on ibm_kingston, where the Forger predicts 2%.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three 156-qubit IBM Heron devices (ibm_marrakesh, ibm_fez, ibm_kingston) through Qiskit Runtime, on the free plan.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97750" y="1893761"/>
            <a:ext cx="5382396" cy="641986"/>
            <a:chOff x="0" y="0"/>
            <a:chExt cx="141758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98992" y="1988059"/>
            <a:ext cx="4566285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743200"/>
            <a:ext cx="14356080" cy="6183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3200" b="1" dirty="0"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Calibration snapshot → Batch builder (canaries + workload, shuffled) → IBM QPU (Qiskit Runtime Sampler, twirling and dynamical decoupling off) → Collect, plus the calibration live at execution → Forger (Qiskit Aer + that calibration) → Signature (12 features per time chunk) → Detector → Verdict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3 canary families on 4 isolated qubit pairs at transpiler level 0, plus CNOT and disguised mirror pilot circuits.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Python, Qiskit 2.5, Qiskit Aer, scikit-learn logistic regression, Next.js + three.js site deployed on GitHub Pages.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CLI (submit / collect / verify / evaluate / null-test), 36 automated tests, hardware-simulator bit-order parity test, seeded Forger.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68821" y="1903286"/>
            <a:ext cx="3925250" cy="641986"/>
            <a:chOff x="0" y="0"/>
            <a:chExt cx="103381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33811" cy="169083"/>
            </a:xfrm>
            <a:custGeom>
              <a:avLst/>
              <a:gdLst/>
              <a:ahLst/>
              <a:cxnLst/>
              <a:rect l="l" t="t" r="r" b="b"/>
              <a:pathLst>
                <a:path w="1033811" h="169083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362389" y="1945514"/>
            <a:ext cx="2915245" cy="48133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834640"/>
            <a:ext cx="14356080" cy="5134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Working end-to-end tool: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 -m ghostqpu submit / collect / verify / evaluate / null-test.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23 jobs on ibm_marrakesh, ibm_fez and ibm_kingston over 18 calibration cycles and 4 days, each with a forged twin.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Live site: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jacklachan.github.io/GhostQPU, a six-chapter story with a console that replays real IBM jobs for a blind verdict.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Interactive: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a Bloch sphere driven by measured data, and a lab where you play the Forger against the real frozen Detector.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Pilots on hardware: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CNOT canaries, disguised mirror canaries and real 250-shot cost checks on all three machines.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Open: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every run, calibration snapshot and research note is in the GitHub repo.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045033" y="1893761"/>
            <a:ext cx="3482300" cy="641986"/>
            <a:chOff x="0" y="0"/>
            <a:chExt cx="91714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7149" cy="169083"/>
            </a:xfrm>
            <a:custGeom>
              <a:avLst/>
              <a:gdLst/>
              <a:ahLst/>
              <a:cxnLst/>
              <a:rect l="l" t="t" r="r" b="b"/>
              <a:pathLst>
                <a:path w="917149" h="169083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550865" y="1969009"/>
            <a:ext cx="2641044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5852160"/>
            <a:ext cx="14356080" cy="3291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Frozen Detector, scored blind: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46 of 46 later jobs correct (23 real, 23 forged), 18 cycles, 3 machines.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Held out by cycle: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50 of 50 over 19 cycles. Trained only on earlier days: 46 of 46.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simulator vs Forger scores AUC 0.52 (chance), so it detects physics, not formatting.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1.5 QPU seconds of canaries still calls all 50 jobs right.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Why AUC is 1.00: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public calibration has no coherent error, so the Forger is 2-4% wrong where hardware is 30-90%.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Limitation: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 Forger that learns from one real job fooled the original Detector (scored 0.07, 0.11).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 (kingston)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91%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(fez)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Disguised canary all-zero rate (marrakesh)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76%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88%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798248" y="1922336"/>
            <a:ext cx="2642092" cy="641986"/>
            <a:chOff x="0" y="0"/>
            <a:chExt cx="695860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5860" cy="169083"/>
            </a:xfrm>
            <a:custGeom>
              <a:avLst/>
              <a:gdLst/>
              <a:ahLst/>
              <a:cxnLst/>
              <a:rect l="l" t="t" r="r" b="b"/>
              <a:pathLst>
                <a:path w="695860" h="169083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8499623" y="1988059"/>
            <a:ext cx="130611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Done since 10 Oct: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cross-day and cross-backend validation (ibm_fez, ibm_kingston), 85% lower canary cost, disguised canaries.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our stronger Forger fooled the original Detector; next, require evidence from two canary families.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CNOT canary family: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73% vs 10% on marrakesh qubits 107-108, detected on 13 of 16 pairs; make it a production family.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Scale the evidence: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weeks of daily runs and more cloud providers to tighten the false-alarm bound.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310" y="1893761"/>
            <a:ext cx="4381968" cy="641986"/>
            <a:chOff x="0" y="0"/>
            <a:chExt cx="115409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4099" cy="169083"/>
            </a:xfrm>
            <a:custGeom>
              <a:avLst/>
              <a:gdLst/>
              <a:ahLst/>
              <a:cxnLst/>
              <a:rect l="l" t="t" r="r" b="b"/>
              <a:pathLst>
                <a:path w="1154099" h="169083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91149" y="2009332"/>
            <a:ext cx="3020616" cy="37274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7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Martina et al. 2022; Pirnay et al. 2022 (forged single-qubit fingerprints); Mutolo et al. 2025 (fingerprinting, no tested forger); Wu, Hu, Li 2024 (catches device substitution, not simulation).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Qiskit, Qiskit Aer, Qiskit IBM Runtime, scikit-learn, Next.js, three.js.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Our code and site: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github.com/Karthikeya47/GhostQPU · jacklachan.github.io/GhostQPU (all implementation is the team's own work).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Team lwyrup: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Neelagiri Karthikeya (lead), L Mohit Jain, Tanvi Jain, Aditi Gorti.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Custom</PresentationFormat>
  <Paragraphs>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cp:lastModifiedBy>Karthikeya Neelagiri</cp:lastModifiedBy>
  <cp:revision>3</cp:revision>
  <dcterms:created xsi:type="dcterms:W3CDTF">2006-08-16T00:00:00Z</dcterms:created>
  <dcterms:modified xsi:type="dcterms:W3CDTF">2026-10-10T18:28:00Z</dcterms:modified>
  <dc:identifier>DAHWTXXNjRc</dc:identifier>
</cp:coreProperties>
</file>