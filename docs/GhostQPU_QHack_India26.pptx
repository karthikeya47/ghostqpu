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26063" y="1937259"/>
            <a:ext cx="3027283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we mix 30 small test circuits in with the customer's workload. The provider can't tell which circuits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the canary results into a verdict (Genuine, Forged or Inconclusive) with a score.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that uses the exact public calibration live when the job ran, the best data any cheater could get.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63294"/>
            <a:ext cx="234255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32% error; Ramsey sequences on an idle qubit reveal ZZ coupling to its neighbor.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 That gap is our fingerprint.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runs on IBM's 156-qubit Heron device ibm_marrakesh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98992" y="1988059"/>
            <a:ext cx="4566285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 →  Batch builder (canaries + workload, shuffled)  →  IBM QPU (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Runtime Sampler, twirling and dynamical decoupling off)  →  Collect, plus the calibration live at execution time  →  Forger (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Aer + noise model from that calibration)  →  Signature (12 features per time chunk)  →  Detector  →  Verdict + dashboard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(coherent amplification, spectator Ramsey, readout context) on 4 isolated qubit pairs,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transpiled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at level 0 so they run exactly as written.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2.5,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Aer, scikit-learn logistic regression,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Streamlit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+ Altair dashboard.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evaluate / null-test), 24 automated tests, a bit-order parity test between the hardware and simulator paths.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(GitHub repo): python -m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ghostqpu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 submit / collect / evaluate / null-test.</a:t>
            </a:r>
          </a:p>
          <a:p>
            <a:pPr algn="l"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2 jobs on IBM </a:t>
            </a:r>
            <a:r>
              <a:rPr sz="2800" b="0" dirty="0" err="1">
                <a:solidFill>
                  <a:srgbClr val="000000"/>
                </a:solidFill>
                <a:latin typeface="IBM Plex Sans"/>
              </a:rPr>
              <a:t>ibm_marrakesh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, 34 circuits x 1000 shots, 11 QPU seconds each, each with a forged twin.</a:t>
            </a:r>
          </a:p>
          <a:p>
            <a:pPr algn="l"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Dashboard, Verify a job: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pick an anonymous job, get a blind verdict, then reveal the truth.</a:t>
            </a:r>
          </a:p>
          <a:p>
            <a:pPr algn="l"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Dashboard, Evidence: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real vs forged canary curves for the same circuits and calibration.</a:t>
            </a:r>
          </a:p>
          <a:p>
            <a:pPr algn="l"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Dashboard, Detector: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held-out AUC, accuracy per job and the features driving each decision.</a:t>
            </a:r>
          </a:p>
          <a:p>
            <a:pPr algn="l"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Extras: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demo video and a plain-language explainer PDF for non-specialists.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550865" y="1969009"/>
            <a:ext cx="2641044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Detector, each job held out from training: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4 of 4 jobs correct. Genuine jobs scored 0.02 and 0.06, forged 0.96 and 0.98.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 (simulator vs Forger):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0.40, near chance, so it detects physics, not a formatting artifact.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11 QPU seconds per check on IBM's free plan.</a:t>
            </a:r>
          </a:p>
          <a:p>
            <a:pPr algn="l"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Limitation: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both real jobs come from one calibration cycle; cross-day results are next.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(16 us)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0.4%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Readout error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1.1 to 1.4%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0.3 to 0.5%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Cross-day validation: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runs across several calibration cycles and backends (ibm_fez, ibm_kingston), holding out whole days.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an attacker that knows canaries exist and injects extra noise; measure what it costs them to evade.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Lower overhead: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find the fewest canaries and shots that still give a confident verdict.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More providers: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extend to other cloud QPUs that publish calibration data.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Pirnay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 et al. 2022 (forged single-qubit fingerprints; we extend to multi-qubit, calibration-informed forgery); Mutolo et al. 2025 (device fingerprinting from error syndromes, no tested forger).</a:t>
            </a:r>
          </a:p>
          <a:p>
            <a:pPr algn="l">
              <a:spcAft>
                <a:spcPts val="132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spcAft>
                <a:spcPts val="132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, 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 Aer, 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Qiskit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 IBM Runtime, scikit-learn, 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Streamlit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, Altair.</a:t>
            </a:r>
          </a:p>
          <a:p>
            <a:pPr algn="l">
              <a:spcAft>
                <a:spcPts val="132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</a:t>
            </a:r>
            <a:r>
              <a:rPr sz="3200" b="0" dirty="0" err="1">
                <a:solidFill>
                  <a:srgbClr val="000000"/>
                </a:solidFill>
                <a:latin typeface="IBM Plex Sans"/>
              </a:rPr>
              <a:t>GhostQPU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 (all implementation is the team's own work).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